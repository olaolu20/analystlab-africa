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5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9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39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0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33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86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8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7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5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788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007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88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707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912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634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08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D29B40-3099-465D-B273-B08644A9357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ADB811-52DB-471D-9B58-EBDE0CC4E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1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Bank Marketing Campaign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Business Analytics Case Study</a:t>
            </a:r>
          </a:p>
        </p:txBody>
      </p:sp>
    </p:spTree>
    <p:extLst>
      <p:ext uri="{BB962C8B-B14F-4D97-AF65-F5344CB8AC3E}">
        <p14:creationId xmlns:p14="http://schemas.microsoft.com/office/powerpoint/2010/main" val="321235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Statement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295401" y="3062238"/>
            <a:ext cx="97930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bank runs telemarketing campaigns to sell term deposits but not all customers subscribe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unsuccessful call costs the bank time and money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 some customers subscribe while others don't?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customer groups are most likely to respond positively?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441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339237"/>
            <a:ext cx="61302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Bank Marketing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11,162 customers and 17 columns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from a Portuguese bank's telemarketing campaigns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values found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deposit (yes/no) </a:t>
            </a:r>
          </a:p>
        </p:txBody>
      </p:sp>
    </p:spTree>
    <p:extLst>
      <p:ext uri="{BB962C8B-B14F-4D97-AF65-F5344CB8AC3E}">
        <p14:creationId xmlns:p14="http://schemas.microsoft.com/office/powerpoint/2010/main" val="63764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Visualizations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655" y="2560638"/>
            <a:ext cx="4237889" cy="3309937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512" y="2560638"/>
            <a:ext cx="4499689" cy="3309937"/>
          </a:xfrm>
        </p:spPr>
      </p:pic>
    </p:spTree>
    <p:extLst>
      <p:ext uri="{BB962C8B-B14F-4D97-AF65-F5344CB8AC3E}">
        <p14:creationId xmlns:p14="http://schemas.microsoft.com/office/powerpoint/2010/main" val="171119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Findings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Students, retired and tertiary educated customers subscribed the most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Cellular contact method had the highest subscription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 call duration strongly linked to higher subscription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who subscribed before are very likely to subscribe again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without housing loans are more likely to subscribe </a:t>
            </a:r>
          </a:p>
        </p:txBody>
      </p:sp>
    </p:spTree>
    <p:extLst>
      <p:ext uri="{BB962C8B-B14F-4D97-AF65-F5344CB8AC3E}">
        <p14:creationId xmlns:p14="http://schemas.microsoft.com/office/powerpoint/2010/main" val="383625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Prioritise targeting students, retired and tertiary educated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cellular phones as the primary contact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agents to keep customers engaged longer on calls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Re-engage customers who subscribed in previous campaigns first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financial profiling to target customers without housing loans </a:t>
            </a:r>
          </a:p>
        </p:txBody>
      </p:sp>
    </p:spTree>
    <p:extLst>
      <p:ext uri="{BB962C8B-B14F-4D97-AF65-F5344CB8AC3E}">
        <p14:creationId xmlns:p14="http://schemas.microsoft.com/office/powerpoint/2010/main" val="399873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 was to identify customer segments most likely to subscribe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drivers identified: job type, contact method, call duration and previous campaign outcomes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Implementing these recommendations will improve conversion rates and reduce wasted calls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marketing is key to campaign success </a:t>
            </a:r>
          </a:p>
        </p:txBody>
      </p:sp>
    </p:spTree>
    <p:extLst>
      <p:ext uri="{BB962C8B-B14F-4D97-AF65-F5344CB8AC3E}">
        <p14:creationId xmlns:p14="http://schemas.microsoft.com/office/powerpoint/2010/main" val="31181084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37</TotalTime>
  <Words>225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Bank Marketing Campaign Analysis</vt:lpstr>
      <vt:lpstr>Business Problem Statement</vt:lpstr>
      <vt:lpstr>Dataset Overview</vt:lpstr>
      <vt:lpstr>Key Visualizations</vt:lpstr>
      <vt:lpstr>Major Findings</vt:lpstr>
      <vt:lpstr>Recommendations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AJAKAIYE KEHINDE S</dc:creator>
  <cp:lastModifiedBy>AJAKAIYE KEHINDE S</cp:lastModifiedBy>
  <cp:revision>4</cp:revision>
  <dcterms:created xsi:type="dcterms:W3CDTF">2026-06-09T13:07:23Z</dcterms:created>
  <dcterms:modified xsi:type="dcterms:W3CDTF">2026-06-09T13:45:02Z</dcterms:modified>
</cp:coreProperties>
</file>